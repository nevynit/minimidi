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C00000"/>
    <a:srgbClr val="7030A0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8" autoAdjust="0"/>
    <p:restoredTop sz="94660"/>
  </p:normalViewPr>
  <p:slideViewPr>
    <p:cSldViewPr snapToGrid="0">
      <p:cViewPr>
        <p:scale>
          <a:sx n="200" d="100"/>
          <a:sy n="200" d="100"/>
        </p:scale>
        <p:origin x="-3195" y="-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59BD-23C7-7403-BCC5-E7EABAB73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8C581-D01B-14A3-8DA2-6476F0848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335C3-7F97-611A-1587-4BF5AC56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F1EEB-DE01-2646-DC97-D4711B3F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A6A83-46C7-CE71-BA9D-E7C15C22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7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2F28-D582-19DC-FBB5-F1A91672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6CDF-D154-AD7C-DD23-295C2A054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F1E8F-153A-7067-481B-8117029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DC5F0-E146-02D7-F694-4ADE6551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BE861-E06D-51C6-6D32-492E91FA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2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6DD3-E649-9B47-B4B5-A2F6FAF3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F873E-17DE-9D36-4E6A-4284C1CDC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C87B2-A88B-C07E-BD2B-6A256592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D922C-F7F2-4A5D-D966-4F722E19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6E690-7069-6DF9-4F60-CB78B833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8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F239-FF85-D072-BFF0-8C53243E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A9C1-9270-BB21-C26E-4A81ECD61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425E4-ED27-E428-E87C-814A6FF0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D9C58-C4D6-0900-4519-440445D7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3D0A6-EA1F-C553-606B-7304211C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D5F5C-3C77-5869-3274-F2B8B4FF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5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F2B3-991B-5EDB-A12C-AF1AC387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97C3B-5EEF-6E7F-8EB3-A4B7156C6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99783-4409-7D69-10A3-43C1F3D97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99EA9-5F58-AA73-54DA-CC1654576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AE8A5-A7E2-66DD-23EE-BD5F70119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7CC1BB-10B7-F6DD-011C-CC16227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C279F-ACDE-3F50-15F3-6176AF66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C55F0-4AD8-97EA-FEF1-98DB524C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8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8270-2FE6-1759-95AD-A9F776EA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1C7BF-51F8-7281-D749-24EB6F44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4F562-DFDA-D806-2A3C-6EA2A458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D692B-290A-94FB-4988-82D6EA00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0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8BA473-5DA9-B28D-0D06-FF8C63CE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8F18-478D-9C1F-D625-71A38768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7487-EE77-C915-EA6F-1B87C888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4B7-1108-D36E-2D3A-A4309F7E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CC1F2-49E0-BACD-B8AC-983286BA0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D7A6A-94A6-F1E9-6EEA-E60CC6956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D18C3-621C-2786-C49E-E2D2430A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ADF97-8EEB-9912-2B46-03D07DAF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75EFB-24EC-E3F3-BD97-7729453B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72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5E3A-ACF7-6A35-E70B-31A1B54D0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4BF0D-D89E-682A-E73F-6A761445E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6C7A3-C697-D72F-7572-A8339B4AE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F45EC-B70B-7B89-939E-7E40946B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74DEC-BAFB-85CB-2C78-804C89EF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7E50A-E886-D480-67F7-BD93C593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9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C0E2-4964-7637-356D-2518F378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50336-4DA5-8E06-7332-1FD95FD07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4ACBD-FE98-F156-054B-726AEFD0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E931-CCC2-2714-A5FD-86FE82E6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3B75B-ABEA-0D5C-D322-81F445F8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4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F30E84-48F5-FEDF-2296-BCAE26244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C90F3-8193-4357-BFD0-CDF22C2A3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1DC69-6355-A25B-4CE0-0BB87139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52591-24D4-C42D-5BE9-288AC8F1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A6CE9-A0EA-0EDC-23B2-CB5138D1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8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1C1714-4D35-079F-DA3E-52E0BA9A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E5A24-7937-CBA4-A4E5-1F62C40F0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072F-9533-053F-A562-C09F4F30B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BD0B8-1094-41D1-AA42-E035F05A16E7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AC8-7EA1-8449-A93A-41106D7D4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B3D0-D2A4-90CF-D284-3CECA5B44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087DB-2F3D-4090-BA9C-297ED9B5D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5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csc.com/datasheet/lcsc_datasheet_2410121948_Texas-Instruments-TLV320AIC3101IRHBR_C58566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csc.com/datasheet/lcsc_datasheet_2410121948_Texas-Instruments-TCA9548ARGER_C555456.pdf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P2040-Zero-M, a Pico-like MCU Board Based on Raspberry Pi MCU RP2040 ...">
            <a:extLst>
              <a:ext uri="{FF2B5EF4-FFF2-40B4-BE49-F238E27FC236}">
                <a16:creationId xmlns:a16="http://schemas.microsoft.com/office/drawing/2014/main" id="{156A13EC-48CF-F720-FE0A-A85B9A371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414" y="695481"/>
            <a:ext cx="5100037" cy="54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69B96-6902-9F8F-7EE8-75DD5876743B}"/>
              </a:ext>
            </a:extLst>
          </p:cNvPr>
          <p:cNvSpPr txBox="1"/>
          <p:nvPr/>
        </p:nvSpPr>
        <p:spPr>
          <a:xfrm>
            <a:off x="6074230" y="6295962"/>
            <a:ext cx="6117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Texas Instruments TLV320AIC3101IRHBR Datasheet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61A6F-9D6C-0AC6-4246-A04F1FFE4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09186" y="-162238"/>
            <a:ext cx="5791514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6EA1AB-E6DF-EB83-B8C8-853F1225A36F}"/>
              </a:ext>
            </a:extLst>
          </p:cNvPr>
          <p:cNvSpPr txBox="1"/>
          <p:nvPr/>
        </p:nvSpPr>
        <p:spPr>
          <a:xfrm>
            <a:off x="923925" y="6302329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Texas Instruments TCA9548ARGER Datasheet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6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4" name="Straight Connector 1207">
            <a:extLst>
              <a:ext uri="{FF2B5EF4-FFF2-40B4-BE49-F238E27FC236}">
                <a16:creationId xmlns:a16="http://schemas.microsoft.com/office/drawing/2014/main" id="{50C5EC35-E21A-C81D-623D-6AA46C037158}"/>
              </a:ext>
            </a:extLst>
          </p:cNvPr>
          <p:cNvCxnSpPr>
            <a:cxnSpLocks/>
            <a:stCxn id="1195" idx="1"/>
            <a:endCxn id="1055" idx="2"/>
          </p:cNvCxnSpPr>
          <p:nvPr/>
        </p:nvCxnSpPr>
        <p:spPr>
          <a:xfrm rot="5400000" flipH="1" flipV="1">
            <a:off x="6858573" y="-1030718"/>
            <a:ext cx="1545740" cy="5108225"/>
          </a:xfrm>
          <a:prstGeom prst="bentConnector3">
            <a:avLst>
              <a:gd name="adj1" fmla="val -63481"/>
            </a:avLst>
          </a:prstGeom>
          <a:ln w="38100">
            <a:solidFill>
              <a:srgbClr val="C0000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9" name="Straight Connector 1207">
            <a:extLst>
              <a:ext uri="{FF2B5EF4-FFF2-40B4-BE49-F238E27FC236}">
                <a16:creationId xmlns:a16="http://schemas.microsoft.com/office/drawing/2014/main" id="{14FA7BB2-671D-3EBB-517D-BFF50C07D682}"/>
              </a:ext>
            </a:extLst>
          </p:cNvPr>
          <p:cNvCxnSpPr>
            <a:cxnSpLocks/>
            <a:stCxn id="1055" idx="2"/>
            <a:endCxn id="1024" idx="1"/>
          </p:cNvCxnSpPr>
          <p:nvPr/>
        </p:nvCxnSpPr>
        <p:spPr>
          <a:xfrm rot="5400000">
            <a:off x="7357694" y="-968253"/>
            <a:ext cx="1109084" cy="4546641"/>
          </a:xfrm>
          <a:prstGeom prst="bentConnector2">
            <a:avLst/>
          </a:prstGeom>
          <a:ln w="38100">
            <a:solidFill>
              <a:srgbClr val="C0000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B884AE0-8792-6075-3F29-6D8A31F722CF}"/>
              </a:ext>
            </a:extLst>
          </p:cNvPr>
          <p:cNvCxnSpPr>
            <a:cxnSpLocks/>
            <a:stCxn id="29" idx="1"/>
            <a:endCxn id="1154" idx="3"/>
          </p:cNvCxnSpPr>
          <p:nvPr/>
        </p:nvCxnSpPr>
        <p:spPr>
          <a:xfrm flipH="1" flipV="1">
            <a:off x="6318524" y="672036"/>
            <a:ext cx="566626" cy="802053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Straight Connector 1157">
            <a:extLst>
              <a:ext uri="{FF2B5EF4-FFF2-40B4-BE49-F238E27FC236}">
                <a16:creationId xmlns:a16="http://schemas.microsoft.com/office/drawing/2014/main" id="{E225A3B2-D7E4-A86A-7F88-2C1CBE11C6A6}"/>
              </a:ext>
            </a:extLst>
          </p:cNvPr>
          <p:cNvCxnSpPr>
            <a:cxnSpLocks/>
            <a:stCxn id="48" idx="1"/>
            <a:endCxn id="1154" idx="1"/>
          </p:cNvCxnSpPr>
          <p:nvPr/>
        </p:nvCxnSpPr>
        <p:spPr>
          <a:xfrm flipV="1">
            <a:off x="5644367" y="672036"/>
            <a:ext cx="351568" cy="112865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68C35EA7-1B43-70F9-D384-9F61DB7547AF}"/>
              </a:ext>
            </a:extLst>
          </p:cNvPr>
          <p:cNvCxnSpPr>
            <a:cxnSpLocks/>
            <a:stCxn id="49" idx="1"/>
            <a:endCxn id="1055" idx="1"/>
          </p:cNvCxnSpPr>
          <p:nvPr/>
        </p:nvCxnSpPr>
        <p:spPr>
          <a:xfrm flipV="1">
            <a:off x="5638915" y="415928"/>
            <a:ext cx="4179663" cy="939329"/>
          </a:xfrm>
          <a:prstGeom prst="line">
            <a:avLst/>
          </a:prstGeom>
          <a:ln w="38100">
            <a:solidFill>
              <a:srgbClr val="FFC00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3836669A-E788-9462-5E1D-807F9B90C5AB}"/>
              </a:ext>
            </a:extLst>
          </p:cNvPr>
          <p:cNvCxnSpPr>
            <a:cxnSpLocks/>
            <a:stCxn id="1154" idx="3"/>
            <a:endCxn id="1047" idx="1"/>
          </p:cNvCxnSpPr>
          <p:nvPr/>
        </p:nvCxnSpPr>
        <p:spPr>
          <a:xfrm>
            <a:off x="6318524" y="672036"/>
            <a:ext cx="1766394" cy="2218599"/>
          </a:xfrm>
          <a:prstGeom prst="curvedConnector3">
            <a:avLst>
              <a:gd name="adj1" fmla="val 50000"/>
            </a:avLst>
          </a:prstGeom>
          <a:ln w="38100">
            <a:solidFill>
              <a:srgbClr val="7030A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3BB9658-F499-73A6-A784-23C1E74CBD8C}"/>
              </a:ext>
            </a:extLst>
          </p:cNvPr>
          <p:cNvCxnSpPr>
            <a:cxnSpLocks/>
            <a:stCxn id="1191" idx="1"/>
          </p:cNvCxnSpPr>
          <p:nvPr/>
        </p:nvCxnSpPr>
        <p:spPr>
          <a:xfrm rot="10800000">
            <a:off x="5521912" y="1022551"/>
            <a:ext cx="2711541" cy="1492343"/>
          </a:xfrm>
          <a:prstGeom prst="curvedConnector3">
            <a:avLst>
              <a:gd name="adj1" fmla="val 57260"/>
            </a:avLst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D400DB-64FB-5E1D-6A53-B86E1DBBC828}"/>
              </a:ext>
            </a:extLst>
          </p:cNvPr>
          <p:cNvGrpSpPr/>
          <p:nvPr/>
        </p:nvGrpSpPr>
        <p:grpSpPr>
          <a:xfrm>
            <a:off x="8096253" y="818875"/>
            <a:ext cx="1255870" cy="1343296"/>
            <a:chOff x="4165603" y="1616707"/>
            <a:chExt cx="1255870" cy="1343296"/>
          </a:xfrm>
        </p:grpSpPr>
        <p:pic>
          <p:nvPicPr>
            <p:cNvPr id="1026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B21808E2-D855-2220-67BD-032363AC8F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4" y="2196916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289A18C2-76FD-14BD-D37D-57F289B669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60815" r="16500" b="20222"/>
            <a:stretch/>
          </p:blipFill>
          <p:spPr bwMode="auto">
            <a:xfrm>
              <a:off x="4165604" y="2390319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9163D051-3D32-F1F5-F0A4-FB332CDF45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3" y="1810110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A793A38D-F5E7-4CD6-2619-6209D653F3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3" y="1616707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A0AD82AE-52C8-6033-1018-158A681F6F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4" y="2003513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FABCD820-FB32-B9BA-D168-8F231EEBDC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60815" r="16500" b="20222"/>
            <a:stretch/>
          </p:blipFill>
          <p:spPr bwMode="auto">
            <a:xfrm>
              <a:off x="4165603" y="2583722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29595A35-5704-56B2-C10D-14E6A4165A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60815" r="16500" b="20222"/>
            <a:stretch/>
          </p:blipFill>
          <p:spPr bwMode="auto">
            <a:xfrm>
              <a:off x="4165603" y="2777123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670DAD7-CB3E-F697-D46C-605F5FFC2B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821880"/>
            <a:ext cx="211266" cy="1828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C13145-B250-1DAC-BA74-D8CFEE0ED9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1014782"/>
            <a:ext cx="211266" cy="1828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EDDB75-B969-891B-0FD9-F8328667EA0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1207684"/>
            <a:ext cx="211266" cy="1828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CA5481-AD21-D3F4-5710-891251E1ED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1400586"/>
            <a:ext cx="211266" cy="1828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D75BA7-06EB-4887-5AC5-A75A23C1FD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1593488"/>
            <a:ext cx="211266" cy="1828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39C82AB-29C7-E872-E743-3A96361B29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1786390"/>
            <a:ext cx="211266" cy="1828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E630853-4BE8-C9EC-AEE6-85121B14B4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1979291"/>
            <a:ext cx="211266" cy="182880"/>
          </a:xfrm>
          <a:prstGeom prst="rect">
            <a:avLst/>
          </a:prstGeom>
        </p:spPr>
      </p:pic>
      <p:pic>
        <p:nvPicPr>
          <p:cNvPr id="1030" name="Picture 6" descr="RP2040-Zero, A Low-Cost, High-Performance Pico-Like MCU Board Based On ...">
            <a:extLst>
              <a:ext uri="{FF2B5EF4-FFF2-40B4-BE49-F238E27FC236}">
                <a16:creationId xmlns:a16="http://schemas.microsoft.com/office/drawing/2014/main" id="{03EF1D44-5F1D-B545-7CC2-5557B8788C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2" t="25267" r="34583" b="23889"/>
          <a:stretch/>
        </p:blipFill>
        <p:spPr bwMode="auto">
          <a:xfrm>
            <a:off x="4289425" y="478877"/>
            <a:ext cx="1232484" cy="169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0697EFB-2A9C-2FF8-125B-1555CA45C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150" y="1137473"/>
            <a:ext cx="683536" cy="6732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F476F2-845F-8352-738F-AC18B513CAD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0093" y="402962"/>
            <a:ext cx="568788" cy="5987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695C4CA-28E7-9D80-6C05-4D818405427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2F8F8"/>
              </a:clrFrom>
              <a:clrTo>
                <a:srgbClr val="F2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8881" y="463560"/>
            <a:ext cx="458643" cy="47759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0982700-C8A8-70EB-46BB-3E63D30A8099}"/>
              </a:ext>
            </a:extLst>
          </p:cNvPr>
          <p:cNvSpPr/>
          <p:nvPr/>
        </p:nvSpPr>
        <p:spPr>
          <a:xfrm>
            <a:off x="5863103" y="750525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I2C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6A6F44F-5075-331B-7281-FA980B39FAFD}"/>
              </a:ext>
            </a:extLst>
          </p:cNvPr>
          <p:cNvCxnSpPr>
            <a:cxnSpLocks/>
            <a:stCxn id="29" idx="1"/>
            <a:endCxn id="49" idx="1"/>
          </p:cNvCxnSpPr>
          <p:nvPr/>
        </p:nvCxnSpPr>
        <p:spPr>
          <a:xfrm flipH="1" flipV="1">
            <a:off x="5638915" y="1355257"/>
            <a:ext cx="1246235" cy="118832"/>
          </a:xfrm>
          <a:prstGeom prst="line">
            <a:avLst/>
          </a:prstGeom>
          <a:ln w="381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84C1AE6-37F2-4180-372F-7191293A4F60}"/>
              </a:ext>
            </a:extLst>
          </p:cNvPr>
          <p:cNvSpPr/>
          <p:nvPr/>
        </p:nvSpPr>
        <p:spPr>
          <a:xfrm>
            <a:off x="5672032" y="1171506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I2S 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E9AF89-3FC6-273C-252A-17EA012001DC}"/>
              </a:ext>
            </a:extLst>
          </p:cNvPr>
          <p:cNvSpPr/>
          <p:nvPr/>
        </p:nvSpPr>
        <p:spPr>
          <a:xfrm>
            <a:off x="7281145" y="2178860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WS2812b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038CBB34-E1F2-876B-0206-240896CC9408}"/>
              </a:ext>
            </a:extLst>
          </p:cNvPr>
          <p:cNvSpPr/>
          <p:nvPr/>
        </p:nvSpPr>
        <p:spPr>
          <a:xfrm rot="10800000">
            <a:off x="5490555" y="628650"/>
            <a:ext cx="153812" cy="312502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1C01643C-637B-D6D4-451C-0D104FB4A2F0}"/>
              </a:ext>
            </a:extLst>
          </p:cNvPr>
          <p:cNvSpPr/>
          <p:nvPr/>
        </p:nvSpPr>
        <p:spPr>
          <a:xfrm rot="10800000">
            <a:off x="5485103" y="1118029"/>
            <a:ext cx="153812" cy="474457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40">
            <a:extLst>
              <a:ext uri="{FF2B5EF4-FFF2-40B4-BE49-F238E27FC236}">
                <a16:creationId xmlns:a16="http://schemas.microsoft.com/office/drawing/2014/main" id="{3911E0BC-8077-F369-A8FE-DF4433E105AE}"/>
              </a:ext>
            </a:extLst>
          </p:cNvPr>
          <p:cNvCxnSpPr>
            <a:cxnSpLocks/>
            <a:stCxn id="1055" idx="1"/>
          </p:cNvCxnSpPr>
          <p:nvPr/>
        </p:nvCxnSpPr>
        <p:spPr>
          <a:xfrm flipH="1">
            <a:off x="9509983" y="415928"/>
            <a:ext cx="308595" cy="386441"/>
          </a:xfrm>
          <a:prstGeom prst="straightConnector1">
            <a:avLst/>
          </a:prstGeom>
          <a:ln w="38100">
            <a:solidFill>
              <a:srgbClr val="00B0F0">
                <a:alpha val="14902"/>
              </a:srgb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A7693DE9-767C-374A-AD18-DC53B030EE4F}"/>
              </a:ext>
            </a:extLst>
          </p:cNvPr>
          <p:cNvSpPr/>
          <p:nvPr/>
        </p:nvSpPr>
        <p:spPr>
          <a:xfrm rot="10800000">
            <a:off x="5485103" y="1600249"/>
            <a:ext cx="153812" cy="518721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14093E62-9898-F00A-DFB5-E507EF4E9487}"/>
              </a:ext>
            </a:extLst>
          </p:cNvPr>
          <p:cNvCxnSpPr>
            <a:cxnSpLocks/>
            <a:stCxn id="1024" idx="1"/>
            <a:endCxn id="29" idx="1"/>
          </p:cNvCxnSpPr>
          <p:nvPr/>
        </p:nvCxnSpPr>
        <p:spPr>
          <a:xfrm flipV="1">
            <a:off x="5638915" y="1474089"/>
            <a:ext cx="1246235" cy="385520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62A4B7A3-7208-4450-0467-CBFC5AC75C20}"/>
              </a:ext>
            </a:extLst>
          </p:cNvPr>
          <p:cNvSpPr/>
          <p:nvPr/>
        </p:nvSpPr>
        <p:spPr>
          <a:xfrm>
            <a:off x="5765501" y="1738187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I2S-IN</a:t>
            </a: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610BB4B8-27B8-0E53-07AC-871B7EDB6BF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583219" y="1560444"/>
            <a:ext cx="513034" cy="316886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958789A-BCFC-C43B-14AD-5FABB313F049}"/>
              </a:ext>
            </a:extLst>
          </p:cNvPr>
          <p:cNvSpPr/>
          <p:nvPr/>
        </p:nvSpPr>
        <p:spPr>
          <a:xfrm>
            <a:off x="7519262" y="1346250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Analog</a:t>
            </a:r>
          </a:p>
        </p:txBody>
      </p: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C6E118CA-B8FB-0508-0E91-F4917FE822E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7568686" y="1235487"/>
            <a:ext cx="562688" cy="238602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14" descr="SanDisk 16GB Ultra UHS-I microSDHC Memory Card">
            <a:extLst>
              <a:ext uri="{FF2B5EF4-FFF2-40B4-BE49-F238E27FC236}">
                <a16:creationId xmlns:a16="http://schemas.microsoft.com/office/drawing/2014/main" id="{EEC8D437-2EE3-B264-FEC5-C2C289AFA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105" y="811047"/>
            <a:ext cx="463560" cy="46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5959D64F-E86E-A096-11F6-2C70C99DA432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55" t="6785" r="1372" b="2490"/>
          <a:stretch/>
        </p:blipFill>
        <p:spPr>
          <a:xfrm>
            <a:off x="8084918" y="2697774"/>
            <a:ext cx="1232484" cy="385722"/>
          </a:xfrm>
          <a:prstGeom prst="rect">
            <a:avLst/>
          </a:prstGeom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2CD474E6-4E02-979D-8F16-6FC4E6DDF7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8578" y="81331"/>
            <a:ext cx="733955" cy="669194"/>
          </a:xfrm>
          <a:prstGeom prst="rect">
            <a:avLst/>
          </a:prstGeom>
        </p:spPr>
      </p:pic>
      <p:cxnSp>
        <p:nvCxnSpPr>
          <p:cNvPr id="1058" name="Straight Connector 40">
            <a:extLst>
              <a:ext uri="{FF2B5EF4-FFF2-40B4-BE49-F238E27FC236}">
                <a16:creationId xmlns:a16="http://schemas.microsoft.com/office/drawing/2014/main" id="{035578F1-F01B-26E7-FDD7-BFD42F834B57}"/>
              </a:ext>
            </a:extLst>
          </p:cNvPr>
          <p:cNvCxnSpPr>
            <a:cxnSpLocks/>
            <a:stCxn id="31" idx="0"/>
            <a:endCxn id="1070" idx="1"/>
          </p:cNvCxnSpPr>
          <p:nvPr/>
        </p:nvCxnSpPr>
        <p:spPr>
          <a:xfrm rot="16200000" flipH="1" flipV="1">
            <a:off x="5363733" y="-825356"/>
            <a:ext cx="362437" cy="2819071"/>
          </a:xfrm>
          <a:prstGeom prst="bentConnector4">
            <a:avLst>
              <a:gd name="adj1" fmla="val -63073"/>
              <a:gd name="adj2" fmla="val 108109"/>
            </a:avLst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Left Brace 1069">
            <a:extLst>
              <a:ext uri="{FF2B5EF4-FFF2-40B4-BE49-F238E27FC236}">
                <a16:creationId xmlns:a16="http://schemas.microsoft.com/office/drawing/2014/main" id="{BE59C0A4-BA0A-A196-EA96-E900B1389F26}"/>
              </a:ext>
            </a:extLst>
          </p:cNvPr>
          <p:cNvSpPr/>
          <p:nvPr/>
        </p:nvSpPr>
        <p:spPr>
          <a:xfrm>
            <a:off x="4135416" y="609148"/>
            <a:ext cx="153812" cy="312502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278E2664-A610-06D5-025D-24592EEA12FC}"/>
              </a:ext>
            </a:extLst>
          </p:cNvPr>
          <p:cNvSpPr/>
          <p:nvPr/>
        </p:nvSpPr>
        <p:spPr>
          <a:xfrm>
            <a:off x="5246266" y="178170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Power</a:t>
            </a:r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BB3725D6-34E9-2CBF-4CA6-20A2C7D838A2}"/>
              </a:ext>
            </a:extLst>
          </p:cNvPr>
          <p:cNvCxnSpPr>
            <a:cxnSpLocks/>
            <a:endCxn id="1055" idx="1"/>
          </p:cNvCxnSpPr>
          <p:nvPr/>
        </p:nvCxnSpPr>
        <p:spPr>
          <a:xfrm>
            <a:off x="6899267" y="171533"/>
            <a:ext cx="2919311" cy="244395"/>
          </a:xfrm>
          <a:prstGeom prst="line">
            <a:avLst/>
          </a:prstGeom>
          <a:ln w="38100">
            <a:solidFill>
              <a:srgbClr val="00206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40">
            <a:extLst>
              <a:ext uri="{FF2B5EF4-FFF2-40B4-BE49-F238E27FC236}">
                <a16:creationId xmlns:a16="http://schemas.microsoft.com/office/drawing/2014/main" id="{CD8F082A-2CEC-951B-2593-45ACDF697EA1}"/>
              </a:ext>
            </a:extLst>
          </p:cNvPr>
          <p:cNvCxnSpPr>
            <a:cxnSpLocks/>
            <a:stCxn id="29" idx="0"/>
            <a:endCxn id="31" idx="2"/>
          </p:cNvCxnSpPr>
          <p:nvPr/>
        </p:nvCxnSpPr>
        <p:spPr>
          <a:xfrm flipH="1" flipV="1">
            <a:off x="6954487" y="1001755"/>
            <a:ext cx="272431" cy="135718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0">
            <a:extLst>
              <a:ext uri="{FF2B5EF4-FFF2-40B4-BE49-F238E27FC236}">
                <a16:creationId xmlns:a16="http://schemas.microsoft.com/office/drawing/2014/main" id="{A16ABDBE-D6D2-19D0-8176-8E4640CEEABB}"/>
              </a:ext>
            </a:extLst>
          </p:cNvPr>
          <p:cNvCxnSpPr>
            <a:cxnSpLocks/>
            <a:stCxn id="29" idx="0"/>
            <a:endCxn id="33" idx="2"/>
          </p:cNvCxnSpPr>
          <p:nvPr/>
        </p:nvCxnSpPr>
        <p:spPr>
          <a:xfrm flipV="1">
            <a:off x="7226918" y="941155"/>
            <a:ext cx="241285" cy="196318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8" name="Left Brace 1097">
            <a:extLst>
              <a:ext uri="{FF2B5EF4-FFF2-40B4-BE49-F238E27FC236}">
                <a16:creationId xmlns:a16="http://schemas.microsoft.com/office/drawing/2014/main" id="{802C7F65-9D82-D7A4-A71E-BD24BA748467}"/>
              </a:ext>
            </a:extLst>
          </p:cNvPr>
          <p:cNvSpPr/>
          <p:nvPr/>
        </p:nvSpPr>
        <p:spPr>
          <a:xfrm rot="16200000">
            <a:off x="4474806" y="1945035"/>
            <a:ext cx="153812" cy="524962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Left Brace 1098">
            <a:extLst>
              <a:ext uri="{FF2B5EF4-FFF2-40B4-BE49-F238E27FC236}">
                <a16:creationId xmlns:a16="http://schemas.microsoft.com/office/drawing/2014/main" id="{B8283FC3-BDB2-3E40-8EE7-1362C6BE5474}"/>
              </a:ext>
            </a:extLst>
          </p:cNvPr>
          <p:cNvSpPr/>
          <p:nvPr/>
        </p:nvSpPr>
        <p:spPr>
          <a:xfrm>
            <a:off x="4151290" y="1803162"/>
            <a:ext cx="153812" cy="315809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4933130D-D005-0E0F-F758-AFA14460A891}"/>
              </a:ext>
            </a:extLst>
          </p:cNvPr>
          <p:cNvSpPr/>
          <p:nvPr/>
        </p:nvSpPr>
        <p:spPr>
          <a:xfrm rot="3600000">
            <a:off x="3819496" y="2055260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SPI-1</a:t>
            </a:r>
          </a:p>
        </p:txBody>
      </p: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1D8189B5-79D0-4D25-B4D3-175EC2EC7F01}"/>
              </a:ext>
            </a:extLst>
          </p:cNvPr>
          <p:cNvCxnSpPr>
            <a:cxnSpLocks/>
            <a:stCxn id="1099" idx="1"/>
            <a:endCxn id="1132" idx="3"/>
          </p:cNvCxnSpPr>
          <p:nvPr/>
        </p:nvCxnSpPr>
        <p:spPr>
          <a:xfrm flipH="1">
            <a:off x="3099470" y="1961067"/>
            <a:ext cx="1051820" cy="362664"/>
          </a:xfrm>
          <a:prstGeom prst="line">
            <a:avLst/>
          </a:prstGeom>
          <a:ln w="38100">
            <a:solidFill>
              <a:srgbClr val="7030A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04BC85D8-5C97-867D-DF9F-45E4EE9489D4}"/>
              </a:ext>
            </a:extLst>
          </p:cNvPr>
          <p:cNvSpPr/>
          <p:nvPr/>
        </p:nvSpPr>
        <p:spPr>
          <a:xfrm>
            <a:off x="3400504" y="870953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SPI-2</a:t>
            </a:r>
          </a:p>
        </p:txBody>
      </p:sp>
      <p:pic>
        <p:nvPicPr>
          <p:cNvPr id="1117" name="Picture 1116">
            <a:extLst>
              <a:ext uri="{FF2B5EF4-FFF2-40B4-BE49-F238E27FC236}">
                <a16:creationId xmlns:a16="http://schemas.microsoft.com/office/drawing/2014/main" id="{0B6F2435-F6BB-F7E4-2073-D30D7E46532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467306" y="2229835"/>
            <a:ext cx="211266" cy="182880"/>
          </a:xfrm>
          <a:prstGeom prst="rect">
            <a:avLst/>
          </a:prstGeom>
        </p:spPr>
      </p:pic>
      <p:pic>
        <p:nvPicPr>
          <p:cNvPr id="1118" name="Picture 1117">
            <a:extLst>
              <a:ext uri="{FF2B5EF4-FFF2-40B4-BE49-F238E27FC236}">
                <a16:creationId xmlns:a16="http://schemas.microsoft.com/office/drawing/2014/main" id="{8D87E58F-C6CB-F372-FEFC-36BE984FDCF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701160" y="2229835"/>
            <a:ext cx="211266" cy="182880"/>
          </a:xfrm>
          <a:prstGeom prst="rect">
            <a:avLst/>
          </a:prstGeom>
        </p:spPr>
      </p:pic>
      <p:pic>
        <p:nvPicPr>
          <p:cNvPr id="1119" name="Picture 1118">
            <a:extLst>
              <a:ext uri="{FF2B5EF4-FFF2-40B4-BE49-F238E27FC236}">
                <a16:creationId xmlns:a16="http://schemas.microsoft.com/office/drawing/2014/main" id="{7DA6D215-A816-E366-DD17-E27C4226EDA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233452" y="2229835"/>
            <a:ext cx="211266" cy="182880"/>
          </a:xfrm>
          <a:prstGeom prst="rect">
            <a:avLst/>
          </a:prstGeom>
        </p:spPr>
      </p:pic>
      <p:sp>
        <p:nvSpPr>
          <p:cNvPr id="1131" name="Left Brace 1130">
            <a:extLst>
              <a:ext uri="{FF2B5EF4-FFF2-40B4-BE49-F238E27FC236}">
                <a16:creationId xmlns:a16="http://schemas.microsoft.com/office/drawing/2014/main" id="{5172A365-BF39-0107-2B11-E94A6002391E}"/>
              </a:ext>
            </a:extLst>
          </p:cNvPr>
          <p:cNvSpPr/>
          <p:nvPr/>
        </p:nvSpPr>
        <p:spPr>
          <a:xfrm>
            <a:off x="4151290" y="1278731"/>
            <a:ext cx="153812" cy="492352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2" name="Picture 6" descr="RP2040-Zero, A Low-Cost, High-Performance Pico-Like MCU Board Based On ...">
            <a:extLst>
              <a:ext uri="{FF2B5EF4-FFF2-40B4-BE49-F238E27FC236}">
                <a16:creationId xmlns:a16="http://schemas.microsoft.com/office/drawing/2014/main" id="{7ABBAA2A-9741-1BCE-2187-66BF4F3848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2" t="25267" r="34583" b="23889"/>
          <a:stretch/>
        </p:blipFill>
        <p:spPr bwMode="auto">
          <a:xfrm>
            <a:off x="2638011" y="2006195"/>
            <a:ext cx="461459" cy="63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33" name="Straight Connector 1132">
            <a:extLst>
              <a:ext uri="{FF2B5EF4-FFF2-40B4-BE49-F238E27FC236}">
                <a16:creationId xmlns:a16="http://schemas.microsoft.com/office/drawing/2014/main" id="{38E020F5-9D6D-E217-CFAA-7F4D873A925E}"/>
              </a:ext>
            </a:extLst>
          </p:cNvPr>
          <p:cNvCxnSpPr>
            <a:cxnSpLocks/>
            <a:endCxn id="1044" idx="3"/>
          </p:cNvCxnSpPr>
          <p:nvPr/>
        </p:nvCxnSpPr>
        <p:spPr>
          <a:xfrm flipH="1" flipV="1">
            <a:off x="3192665" y="1042827"/>
            <a:ext cx="1112437" cy="149078"/>
          </a:xfrm>
          <a:prstGeom prst="line">
            <a:avLst/>
          </a:prstGeom>
          <a:ln w="38100">
            <a:solidFill>
              <a:srgbClr val="FF000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CD4F62A0-68FB-6360-E458-84FE1DEA0049}"/>
              </a:ext>
            </a:extLst>
          </p:cNvPr>
          <p:cNvSpPr/>
          <p:nvPr/>
        </p:nvSpPr>
        <p:spPr>
          <a:xfrm>
            <a:off x="3672703" y="1292714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Encoder</a:t>
            </a:r>
          </a:p>
        </p:txBody>
      </p:sp>
      <p:pic>
        <p:nvPicPr>
          <p:cNvPr id="1142" name="Picture 1141">
            <a:extLst>
              <a:ext uri="{FF2B5EF4-FFF2-40B4-BE49-F238E27FC236}">
                <a16:creationId xmlns:a16="http://schemas.microsoft.com/office/drawing/2014/main" id="{606B7864-1798-F3B6-9578-3A3705506FA5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20881" y="1392713"/>
            <a:ext cx="826389" cy="530731"/>
          </a:xfrm>
          <a:prstGeom prst="rect">
            <a:avLst/>
          </a:prstGeom>
        </p:spPr>
      </p:pic>
      <p:cxnSp>
        <p:nvCxnSpPr>
          <p:cNvPr id="1143" name="Straight Connector 1142">
            <a:extLst>
              <a:ext uri="{FF2B5EF4-FFF2-40B4-BE49-F238E27FC236}">
                <a16:creationId xmlns:a16="http://schemas.microsoft.com/office/drawing/2014/main" id="{81B45CFE-157D-D85B-E11A-3D5B29C6736F}"/>
              </a:ext>
            </a:extLst>
          </p:cNvPr>
          <p:cNvCxnSpPr>
            <a:cxnSpLocks/>
            <a:stCxn id="1131" idx="1"/>
            <a:endCxn id="1142" idx="3"/>
          </p:cNvCxnSpPr>
          <p:nvPr/>
        </p:nvCxnSpPr>
        <p:spPr>
          <a:xfrm flipH="1">
            <a:off x="3447270" y="1524907"/>
            <a:ext cx="704020" cy="133172"/>
          </a:xfrm>
          <a:prstGeom prst="line">
            <a:avLst/>
          </a:prstGeom>
          <a:ln w="38100">
            <a:solidFill>
              <a:schemeClr val="accent6">
                <a:lumMod val="75000"/>
                <a:alpha val="14902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4" name="Picture 1153">
            <a:extLst>
              <a:ext uri="{FF2B5EF4-FFF2-40B4-BE49-F238E27FC236}">
                <a16:creationId xmlns:a16="http://schemas.microsoft.com/office/drawing/2014/main" id="{E152EC99-39A7-3972-5A47-5B0FD20FAD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95935" y="542718"/>
            <a:ext cx="322589" cy="258636"/>
          </a:xfrm>
          <a:prstGeom prst="rect">
            <a:avLst/>
          </a:prstGeom>
        </p:spPr>
      </p:pic>
      <p:cxnSp>
        <p:nvCxnSpPr>
          <p:cNvPr id="1175" name="Straight Connector 1047">
            <a:extLst>
              <a:ext uri="{FF2B5EF4-FFF2-40B4-BE49-F238E27FC236}">
                <a16:creationId xmlns:a16="http://schemas.microsoft.com/office/drawing/2014/main" id="{16A01F61-5E84-90AD-30DD-866845A471CA}"/>
              </a:ext>
            </a:extLst>
          </p:cNvPr>
          <p:cNvCxnSpPr>
            <a:cxnSpLocks/>
            <a:stCxn id="1154" idx="0"/>
            <a:endCxn id="1055" idx="1"/>
          </p:cNvCxnSpPr>
          <p:nvPr/>
        </p:nvCxnSpPr>
        <p:spPr>
          <a:xfrm rot="5400000" flipH="1" flipV="1">
            <a:off x="7924509" y="-1351351"/>
            <a:ext cx="126790" cy="3661348"/>
          </a:xfrm>
          <a:prstGeom prst="curvedConnector2">
            <a:avLst/>
          </a:prstGeom>
          <a:ln w="38100">
            <a:solidFill>
              <a:srgbClr val="7030A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8" name="Picture 1187">
            <a:extLst>
              <a:ext uri="{FF2B5EF4-FFF2-40B4-BE49-F238E27FC236}">
                <a16:creationId xmlns:a16="http://schemas.microsoft.com/office/drawing/2014/main" id="{37997CA9-68A0-44FB-AD3C-C2844EBC367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935014" y="2229835"/>
            <a:ext cx="211266" cy="182880"/>
          </a:xfrm>
          <a:prstGeom prst="rect">
            <a:avLst/>
          </a:prstGeom>
        </p:spPr>
      </p:pic>
      <p:pic>
        <p:nvPicPr>
          <p:cNvPr id="1189" name="Picture 1188">
            <a:extLst>
              <a:ext uri="{FF2B5EF4-FFF2-40B4-BE49-F238E27FC236}">
                <a16:creationId xmlns:a16="http://schemas.microsoft.com/office/drawing/2014/main" id="{28246208-55C8-2D3E-826A-98474C592C4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467306" y="2423453"/>
            <a:ext cx="211266" cy="182880"/>
          </a:xfrm>
          <a:prstGeom prst="rect">
            <a:avLst/>
          </a:prstGeom>
        </p:spPr>
      </p:pic>
      <p:pic>
        <p:nvPicPr>
          <p:cNvPr id="1190" name="Picture 1189">
            <a:extLst>
              <a:ext uri="{FF2B5EF4-FFF2-40B4-BE49-F238E27FC236}">
                <a16:creationId xmlns:a16="http://schemas.microsoft.com/office/drawing/2014/main" id="{0217842F-5371-CAB4-E83B-7B73FD9EB0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701160" y="2423453"/>
            <a:ext cx="211266" cy="182880"/>
          </a:xfrm>
          <a:prstGeom prst="rect">
            <a:avLst/>
          </a:prstGeom>
        </p:spPr>
      </p:pic>
      <p:pic>
        <p:nvPicPr>
          <p:cNvPr id="1191" name="Picture 1190">
            <a:extLst>
              <a:ext uri="{FF2B5EF4-FFF2-40B4-BE49-F238E27FC236}">
                <a16:creationId xmlns:a16="http://schemas.microsoft.com/office/drawing/2014/main" id="{8925A488-C80F-97AA-D90C-AC20DF033C7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233452" y="2423453"/>
            <a:ext cx="211266" cy="182880"/>
          </a:xfrm>
          <a:prstGeom prst="rect">
            <a:avLst/>
          </a:prstGeom>
        </p:spPr>
      </p:pic>
      <p:pic>
        <p:nvPicPr>
          <p:cNvPr id="1192" name="Picture 1191">
            <a:extLst>
              <a:ext uri="{FF2B5EF4-FFF2-40B4-BE49-F238E27FC236}">
                <a16:creationId xmlns:a16="http://schemas.microsoft.com/office/drawing/2014/main" id="{23094BE8-0ED2-F276-30B3-EC48BAC1A82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935014" y="2423453"/>
            <a:ext cx="211266" cy="182880"/>
          </a:xfrm>
          <a:prstGeom prst="rect">
            <a:avLst/>
          </a:prstGeom>
        </p:spPr>
      </p:pic>
      <p:sp>
        <p:nvSpPr>
          <p:cNvPr id="1195" name="Left Brace 1194">
            <a:extLst>
              <a:ext uri="{FF2B5EF4-FFF2-40B4-BE49-F238E27FC236}">
                <a16:creationId xmlns:a16="http://schemas.microsoft.com/office/drawing/2014/main" id="{FEDA976A-8197-BDDA-126A-B985C925F1EB}"/>
              </a:ext>
            </a:extLst>
          </p:cNvPr>
          <p:cNvSpPr/>
          <p:nvPr/>
        </p:nvSpPr>
        <p:spPr>
          <a:xfrm rot="16200000">
            <a:off x="5000424" y="1956877"/>
            <a:ext cx="153812" cy="524963"/>
          </a:xfrm>
          <a:prstGeom prst="leftBrace">
            <a:avLst>
              <a:gd name="adj1" fmla="val 1615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90C1B861-B97A-06C3-9639-959B6AF1FC5D}"/>
              </a:ext>
            </a:extLst>
          </p:cNvPr>
          <p:cNvSpPr/>
          <p:nvPr/>
        </p:nvSpPr>
        <p:spPr>
          <a:xfrm>
            <a:off x="4919858" y="2450127"/>
            <a:ext cx="332316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I2S-OUT</a:t>
            </a:r>
          </a:p>
        </p:txBody>
      </p:sp>
      <p:cxnSp>
        <p:nvCxnSpPr>
          <p:cNvPr id="1198" name="Straight Connector 1197">
            <a:extLst>
              <a:ext uri="{FF2B5EF4-FFF2-40B4-BE49-F238E27FC236}">
                <a16:creationId xmlns:a16="http://schemas.microsoft.com/office/drawing/2014/main" id="{36680ADB-7996-3952-4005-05753B7ECED2}"/>
              </a:ext>
            </a:extLst>
          </p:cNvPr>
          <p:cNvCxnSpPr>
            <a:cxnSpLocks/>
            <a:stCxn id="1098" idx="1"/>
            <a:endCxn id="1132" idx="3"/>
          </p:cNvCxnSpPr>
          <p:nvPr/>
        </p:nvCxnSpPr>
        <p:spPr>
          <a:xfrm flipH="1">
            <a:off x="3099470" y="2284422"/>
            <a:ext cx="1452242" cy="39309"/>
          </a:xfrm>
          <a:prstGeom prst="line">
            <a:avLst/>
          </a:prstGeom>
          <a:ln w="38100">
            <a:solidFill>
              <a:srgbClr val="7030A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>
            <a:extLst>
              <a:ext uri="{FF2B5EF4-FFF2-40B4-BE49-F238E27FC236}">
                <a16:creationId xmlns:a16="http://schemas.microsoft.com/office/drawing/2014/main" id="{0754E2CD-8559-9A3D-10B4-77AEC893B5B6}"/>
              </a:ext>
            </a:extLst>
          </p:cNvPr>
          <p:cNvCxnSpPr>
            <a:cxnSpLocks/>
            <a:endCxn id="1044" idx="3"/>
          </p:cNvCxnSpPr>
          <p:nvPr/>
        </p:nvCxnSpPr>
        <p:spPr>
          <a:xfrm flipH="1" flipV="1">
            <a:off x="3192665" y="1042827"/>
            <a:ext cx="946080" cy="918239"/>
          </a:xfrm>
          <a:prstGeom prst="line">
            <a:avLst/>
          </a:prstGeom>
          <a:ln w="38100">
            <a:solidFill>
              <a:srgbClr val="FF000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1203">
            <a:extLst>
              <a:ext uri="{FF2B5EF4-FFF2-40B4-BE49-F238E27FC236}">
                <a16:creationId xmlns:a16="http://schemas.microsoft.com/office/drawing/2014/main" id="{1F9EDE05-5428-5D24-D55B-E02A5800974A}"/>
              </a:ext>
            </a:extLst>
          </p:cNvPr>
          <p:cNvCxnSpPr>
            <a:cxnSpLocks/>
            <a:stCxn id="1098" idx="1"/>
            <a:endCxn id="1044" idx="3"/>
          </p:cNvCxnSpPr>
          <p:nvPr/>
        </p:nvCxnSpPr>
        <p:spPr>
          <a:xfrm rot="5400000" flipH="1">
            <a:off x="3251391" y="984102"/>
            <a:ext cx="1241595" cy="1359047"/>
          </a:xfrm>
          <a:prstGeom prst="curvedConnector4">
            <a:avLst>
              <a:gd name="adj1" fmla="val -18412"/>
              <a:gd name="adj2" fmla="val 55632"/>
            </a:avLst>
          </a:prstGeom>
          <a:ln w="38100">
            <a:solidFill>
              <a:srgbClr val="FF000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>
            <a:extLst>
              <a:ext uri="{FF2B5EF4-FFF2-40B4-BE49-F238E27FC236}">
                <a16:creationId xmlns:a16="http://schemas.microsoft.com/office/drawing/2014/main" id="{D1BB9868-CE08-D4F0-305A-73515F20A7B0}"/>
              </a:ext>
            </a:extLst>
          </p:cNvPr>
          <p:cNvCxnSpPr>
            <a:cxnSpLocks/>
            <a:stCxn id="1195" idx="1"/>
            <a:endCxn id="29" idx="1"/>
          </p:cNvCxnSpPr>
          <p:nvPr/>
        </p:nvCxnSpPr>
        <p:spPr>
          <a:xfrm rot="5400000" flipH="1" flipV="1">
            <a:off x="5570152" y="981267"/>
            <a:ext cx="822176" cy="1807819"/>
          </a:xfrm>
          <a:prstGeom prst="curvedConnector4">
            <a:avLst>
              <a:gd name="adj1" fmla="val -27804"/>
              <a:gd name="adj2" fmla="val 95858"/>
            </a:avLst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Straight Connector 40">
            <a:extLst>
              <a:ext uri="{FF2B5EF4-FFF2-40B4-BE49-F238E27FC236}">
                <a16:creationId xmlns:a16="http://schemas.microsoft.com/office/drawing/2014/main" id="{0D84CA14-244E-0CA0-898D-19035D061D2B}"/>
              </a:ext>
            </a:extLst>
          </p:cNvPr>
          <p:cNvCxnSpPr>
            <a:cxnSpLocks/>
            <a:stCxn id="25" idx="2"/>
            <a:endCxn id="1192" idx="3"/>
          </p:cNvCxnSpPr>
          <p:nvPr/>
        </p:nvCxnSpPr>
        <p:spPr>
          <a:xfrm rot="5400000">
            <a:off x="9151771" y="2156681"/>
            <a:ext cx="352722" cy="363703"/>
          </a:xfrm>
          <a:prstGeom prst="curvedConnector2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2" name="Straight Connector 40">
            <a:extLst>
              <a:ext uri="{FF2B5EF4-FFF2-40B4-BE49-F238E27FC236}">
                <a16:creationId xmlns:a16="http://schemas.microsoft.com/office/drawing/2014/main" id="{E24E6ED6-55FB-3F7C-29E8-66FAFA11722A}"/>
              </a:ext>
            </a:extLst>
          </p:cNvPr>
          <p:cNvCxnSpPr>
            <a:cxnSpLocks/>
            <a:stCxn id="1303" idx="1"/>
            <a:endCxn id="1277" idx="1"/>
          </p:cNvCxnSpPr>
          <p:nvPr/>
        </p:nvCxnSpPr>
        <p:spPr>
          <a:xfrm rot="10800000">
            <a:off x="4814194" y="4416448"/>
            <a:ext cx="3419259" cy="1513138"/>
          </a:xfrm>
          <a:prstGeom prst="curvedConnector3">
            <a:avLst>
              <a:gd name="adj1" fmla="val 106686"/>
            </a:avLst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3" name="Group 1242">
            <a:extLst>
              <a:ext uri="{FF2B5EF4-FFF2-40B4-BE49-F238E27FC236}">
                <a16:creationId xmlns:a16="http://schemas.microsoft.com/office/drawing/2014/main" id="{34119907-8403-FC0B-FCFA-7C534973BF91}"/>
              </a:ext>
            </a:extLst>
          </p:cNvPr>
          <p:cNvGrpSpPr/>
          <p:nvPr/>
        </p:nvGrpSpPr>
        <p:grpSpPr>
          <a:xfrm>
            <a:off x="8096253" y="4233568"/>
            <a:ext cx="1255870" cy="1343296"/>
            <a:chOff x="4165603" y="1616707"/>
            <a:chExt cx="1255870" cy="1343296"/>
          </a:xfrm>
        </p:grpSpPr>
        <p:pic>
          <p:nvPicPr>
            <p:cNvPr id="1244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43D93321-4350-1348-9235-3326F72806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4" y="2196916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5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DF7A9C9E-EE71-352A-00F6-7107054DD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60815" r="16500" b="20222"/>
            <a:stretch/>
          </p:blipFill>
          <p:spPr bwMode="auto">
            <a:xfrm>
              <a:off x="4165604" y="2390319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6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50FDCB71-4433-184B-5C97-D1A2CB35E2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3" y="1810110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7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D5AF1D4E-80E6-616D-DFC4-03E1547A16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3" y="1616707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8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CE4C02D1-CA4C-63E7-3652-831C13C2A5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21111" r="16500" b="59926"/>
            <a:stretch/>
          </p:blipFill>
          <p:spPr bwMode="auto">
            <a:xfrm>
              <a:off x="4165604" y="2003513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9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258F9F56-678B-48BE-0D5E-B556C1B6D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60815" r="16500" b="20222"/>
            <a:stretch/>
          </p:blipFill>
          <p:spPr bwMode="auto">
            <a:xfrm>
              <a:off x="4165603" y="2583722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0" name="Picture 2" descr="Headphone Jack Sizes Explained: Find Your Perfect Fit!">
              <a:extLst>
                <a:ext uri="{FF2B5EF4-FFF2-40B4-BE49-F238E27FC236}">
                  <a16:creationId xmlns:a16="http://schemas.microsoft.com/office/drawing/2014/main" id="{AC06F012-AA0D-EAAA-0EF0-CBB6775DDC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hqprint">
              <a:clrChange>
                <a:clrFrom>
                  <a:srgbClr val="F1EBEB"/>
                </a:clrFrom>
                <a:clrTo>
                  <a:srgbClr val="F1EBE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250" t="60815" r="16500" b="20222"/>
            <a:stretch/>
          </p:blipFill>
          <p:spPr bwMode="auto">
            <a:xfrm>
              <a:off x="4165603" y="2777123"/>
              <a:ext cx="1255869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51" name="Picture 1250">
            <a:extLst>
              <a:ext uri="{FF2B5EF4-FFF2-40B4-BE49-F238E27FC236}">
                <a16:creationId xmlns:a16="http://schemas.microsoft.com/office/drawing/2014/main" id="{769F8293-60B9-3E66-A672-7CCAB0B30A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4236573"/>
            <a:ext cx="211266" cy="182880"/>
          </a:xfrm>
          <a:prstGeom prst="rect">
            <a:avLst/>
          </a:prstGeom>
        </p:spPr>
      </p:pic>
      <p:pic>
        <p:nvPicPr>
          <p:cNvPr id="1252" name="Picture 1251">
            <a:extLst>
              <a:ext uri="{FF2B5EF4-FFF2-40B4-BE49-F238E27FC236}">
                <a16:creationId xmlns:a16="http://schemas.microsoft.com/office/drawing/2014/main" id="{326AA663-1A90-6E5F-0517-567FADE996A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4429475"/>
            <a:ext cx="211266" cy="182880"/>
          </a:xfrm>
          <a:prstGeom prst="rect">
            <a:avLst/>
          </a:prstGeom>
        </p:spPr>
      </p:pic>
      <p:pic>
        <p:nvPicPr>
          <p:cNvPr id="1253" name="Picture 1252">
            <a:extLst>
              <a:ext uri="{FF2B5EF4-FFF2-40B4-BE49-F238E27FC236}">
                <a16:creationId xmlns:a16="http://schemas.microsoft.com/office/drawing/2014/main" id="{07387F98-5248-0B50-F73E-28C14CBF89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4622377"/>
            <a:ext cx="211266" cy="182880"/>
          </a:xfrm>
          <a:prstGeom prst="rect">
            <a:avLst/>
          </a:prstGeom>
        </p:spPr>
      </p:pic>
      <p:pic>
        <p:nvPicPr>
          <p:cNvPr id="1254" name="Picture 1253">
            <a:extLst>
              <a:ext uri="{FF2B5EF4-FFF2-40B4-BE49-F238E27FC236}">
                <a16:creationId xmlns:a16="http://schemas.microsoft.com/office/drawing/2014/main" id="{7FB81647-D637-BA75-2661-1065B88B36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4815279"/>
            <a:ext cx="211266" cy="182880"/>
          </a:xfrm>
          <a:prstGeom prst="rect">
            <a:avLst/>
          </a:prstGeom>
        </p:spPr>
      </p:pic>
      <p:pic>
        <p:nvPicPr>
          <p:cNvPr id="1255" name="Picture 1254">
            <a:extLst>
              <a:ext uri="{FF2B5EF4-FFF2-40B4-BE49-F238E27FC236}">
                <a16:creationId xmlns:a16="http://schemas.microsoft.com/office/drawing/2014/main" id="{F82965EB-2359-AA64-EE9E-D199149B20B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5008181"/>
            <a:ext cx="211266" cy="182880"/>
          </a:xfrm>
          <a:prstGeom prst="rect">
            <a:avLst/>
          </a:prstGeom>
        </p:spPr>
      </p:pic>
      <p:pic>
        <p:nvPicPr>
          <p:cNvPr id="1256" name="Picture 1255">
            <a:extLst>
              <a:ext uri="{FF2B5EF4-FFF2-40B4-BE49-F238E27FC236}">
                <a16:creationId xmlns:a16="http://schemas.microsoft.com/office/drawing/2014/main" id="{A253D3FC-9B9E-BE87-7082-CDE881F644A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5201083"/>
            <a:ext cx="211266" cy="182880"/>
          </a:xfrm>
          <a:prstGeom prst="rect">
            <a:avLst/>
          </a:prstGeom>
        </p:spPr>
      </p:pic>
      <p:pic>
        <p:nvPicPr>
          <p:cNvPr id="1257" name="Picture 1256">
            <a:extLst>
              <a:ext uri="{FF2B5EF4-FFF2-40B4-BE49-F238E27FC236}">
                <a16:creationId xmlns:a16="http://schemas.microsoft.com/office/drawing/2014/main" id="{DC93E00A-37C9-7F85-DBBF-2F24C8426DD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9404350" y="5393984"/>
            <a:ext cx="211266" cy="182880"/>
          </a:xfrm>
          <a:prstGeom prst="rect">
            <a:avLst/>
          </a:prstGeom>
        </p:spPr>
      </p:pic>
      <p:pic>
        <p:nvPicPr>
          <p:cNvPr id="1259" name="Picture 1258">
            <a:extLst>
              <a:ext uri="{FF2B5EF4-FFF2-40B4-BE49-F238E27FC236}">
                <a16:creationId xmlns:a16="http://schemas.microsoft.com/office/drawing/2014/main" id="{AC115573-2724-CF1E-FCCD-9FB752E09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150" y="4552166"/>
            <a:ext cx="683536" cy="673231"/>
          </a:xfrm>
          <a:prstGeom prst="rect">
            <a:avLst/>
          </a:prstGeom>
        </p:spPr>
      </p:pic>
      <p:pic>
        <p:nvPicPr>
          <p:cNvPr id="1260" name="Picture 1259">
            <a:extLst>
              <a:ext uri="{FF2B5EF4-FFF2-40B4-BE49-F238E27FC236}">
                <a16:creationId xmlns:a16="http://schemas.microsoft.com/office/drawing/2014/main" id="{FF04B937-BCBE-3C86-AB8C-22CF19256C7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0093" y="3817655"/>
            <a:ext cx="568788" cy="598793"/>
          </a:xfrm>
          <a:prstGeom prst="rect">
            <a:avLst/>
          </a:prstGeom>
        </p:spPr>
      </p:pic>
      <p:pic>
        <p:nvPicPr>
          <p:cNvPr id="1261" name="Picture 1260">
            <a:extLst>
              <a:ext uri="{FF2B5EF4-FFF2-40B4-BE49-F238E27FC236}">
                <a16:creationId xmlns:a16="http://schemas.microsoft.com/office/drawing/2014/main" id="{70C070DA-6207-2912-C6E4-B22555BB2D3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2F8F8"/>
              </a:clrFrom>
              <a:clrTo>
                <a:srgbClr val="F2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8881" y="3878253"/>
            <a:ext cx="458643" cy="477595"/>
          </a:xfrm>
          <a:prstGeom prst="rect">
            <a:avLst/>
          </a:prstGeom>
        </p:spPr>
      </p:pic>
      <p:sp>
        <p:nvSpPr>
          <p:cNvPr id="1262" name="Rectangle 1261">
            <a:extLst>
              <a:ext uri="{FF2B5EF4-FFF2-40B4-BE49-F238E27FC236}">
                <a16:creationId xmlns:a16="http://schemas.microsoft.com/office/drawing/2014/main" id="{C8CBDCCC-22AE-61C6-D657-A38B9DADD041}"/>
              </a:ext>
            </a:extLst>
          </p:cNvPr>
          <p:cNvSpPr/>
          <p:nvPr/>
        </p:nvSpPr>
        <p:spPr>
          <a:xfrm>
            <a:off x="8945618" y="3959615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I2C</a:t>
            </a:r>
          </a:p>
        </p:txBody>
      </p:sp>
      <p:cxnSp>
        <p:nvCxnSpPr>
          <p:cNvPr id="1263" name="Straight Connector 1262">
            <a:extLst>
              <a:ext uri="{FF2B5EF4-FFF2-40B4-BE49-F238E27FC236}">
                <a16:creationId xmlns:a16="http://schemas.microsoft.com/office/drawing/2014/main" id="{941AAC0F-A707-1059-220C-57BC5607409B}"/>
              </a:ext>
            </a:extLst>
          </p:cNvPr>
          <p:cNvCxnSpPr>
            <a:cxnSpLocks/>
            <a:stCxn id="1259" idx="1"/>
            <a:endCxn id="1277" idx="2"/>
          </p:cNvCxnSpPr>
          <p:nvPr/>
        </p:nvCxnSpPr>
        <p:spPr>
          <a:xfrm rot="10800000">
            <a:off x="5181172" y="4751046"/>
            <a:ext cx="1703979" cy="137737"/>
          </a:xfrm>
          <a:prstGeom prst="curvedConnector2">
            <a:avLst/>
          </a:prstGeom>
          <a:ln w="38100"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13C4D4E7-1328-A718-D6A5-EF2873010D72}"/>
              </a:ext>
            </a:extLst>
          </p:cNvPr>
          <p:cNvSpPr/>
          <p:nvPr/>
        </p:nvSpPr>
        <p:spPr>
          <a:xfrm>
            <a:off x="5547360" y="4815279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I2S CK</a:t>
            </a:r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70446D5E-FD4B-A3EA-8757-C547A1C2DF48}"/>
              </a:ext>
            </a:extLst>
          </p:cNvPr>
          <p:cNvSpPr/>
          <p:nvPr/>
        </p:nvSpPr>
        <p:spPr>
          <a:xfrm>
            <a:off x="7255826" y="5678357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WS2812b</a:t>
            </a:r>
          </a:p>
        </p:txBody>
      </p:sp>
      <p:cxnSp>
        <p:nvCxnSpPr>
          <p:cNvPr id="1272" name="Straight Connector 1271">
            <a:extLst>
              <a:ext uri="{FF2B5EF4-FFF2-40B4-BE49-F238E27FC236}">
                <a16:creationId xmlns:a16="http://schemas.microsoft.com/office/drawing/2014/main" id="{D16EF25A-2455-A3C8-79CB-8DBC3E135D2B}"/>
              </a:ext>
            </a:extLst>
          </p:cNvPr>
          <p:cNvCxnSpPr>
            <a:cxnSpLocks/>
            <a:stCxn id="1249" idx="1"/>
          </p:cNvCxnSpPr>
          <p:nvPr/>
        </p:nvCxnSpPr>
        <p:spPr>
          <a:xfrm flipH="1" flipV="1">
            <a:off x="7583219" y="4975137"/>
            <a:ext cx="513034" cy="316886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A616DF9C-E37A-372D-9F5A-E0A9B9FBD4B7}"/>
              </a:ext>
            </a:extLst>
          </p:cNvPr>
          <p:cNvSpPr/>
          <p:nvPr/>
        </p:nvSpPr>
        <p:spPr>
          <a:xfrm>
            <a:off x="7519262" y="4760943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Analog</a:t>
            </a:r>
          </a:p>
        </p:txBody>
      </p:sp>
      <p:cxnSp>
        <p:nvCxnSpPr>
          <p:cNvPr id="1274" name="Straight Connector 1273">
            <a:extLst>
              <a:ext uri="{FF2B5EF4-FFF2-40B4-BE49-F238E27FC236}">
                <a16:creationId xmlns:a16="http://schemas.microsoft.com/office/drawing/2014/main" id="{604F9781-A454-74F4-90EC-5A3F8C2DBF04}"/>
              </a:ext>
            </a:extLst>
          </p:cNvPr>
          <p:cNvCxnSpPr>
            <a:cxnSpLocks/>
            <a:endCxn id="1259" idx="3"/>
          </p:cNvCxnSpPr>
          <p:nvPr/>
        </p:nvCxnSpPr>
        <p:spPr>
          <a:xfrm flipH="1">
            <a:off x="7568686" y="4650180"/>
            <a:ext cx="562688" cy="238602"/>
          </a:xfrm>
          <a:prstGeom prst="line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7" name="Picture 1276">
            <a:extLst>
              <a:ext uri="{FF2B5EF4-FFF2-40B4-BE49-F238E27FC236}">
                <a16:creationId xmlns:a16="http://schemas.microsoft.com/office/drawing/2014/main" id="{2E971D51-B38F-3E1D-93C2-A29B128481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193" y="4081851"/>
            <a:ext cx="733955" cy="669194"/>
          </a:xfrm>
          <a:prstGeom prst="rect">
            <a:avLst/>
          </a:prstGeom>
        </p:spPr>
      </p:pic>
      <p:cxnSp>
        <p:nvCxnSpPr>
          <p:cNvPr id="1278" name="Straight Connector 40">
            <a:extLst>
              <a:ext uri="{FF2B5EF4-FFF2-40B4-BE49-F238E27FC236}">
                <a16:creationId xmlns:a16="http://schemas.microsoft.com/office/drawing/2014/main" id="{035A51D5-19E1-2B5A-1A2B-DC80EFCCA32C}"/>
              </a:ext>
            </a:extLst>
          </p:cNvPr>
          <p:cNvCxnSpPr>
            <a:cxnSpLocks/>
            <a:stCxn id="1260" idx="0"/>
            <a:endCxn id="1277" idx="1"/>
          </p:cNvCxnSpPr>
          <p:nvPr/>
        </p:nvCxnSpPr>
        <p:spPr>
          <a:xfrm rot="16200000" flipH="1" flipV="1">
            <a:off x="5584943" y="3046904"/>
            <a:ext cx="598793" cy="2140294"/>
          </a:xfrm>
          <a:prstGeom prst="bentConnector4">
            <a:avLst>
              <a:gd name="adj1" fmla="val -38177"/>
              <a:gd name="adj2" fmla="val 110681"/>
            </a:avLst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B2B9E8F7-9151-17FD-7148-C3299E01FB5E}"/>
              </a:ext>
            </a:extLst>
          </p:cNvPr>
          <p:cNvSpPr/>
          <p:nvPr/>
        </p:nvSpPr>
        <p:spPr>
          <a:xfrm>
            <a:off x="5672031" y="3614781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Power</a:t>
            </a:r>
          </a:p>
        </p:txBody>
      </p:sp>
      <p:cxnSp>
        <p:nvCxnSpPr>
          <p:cNvPr id="1282" name="Straight Connector 40">
            <a:extLst>
              <a:ext uri="{FF2B5EF4-FFF2-40B4-BE49-F238E27FC236}">
                <a16:creationId xmlns:a16="http://schemas.microsoft.com/office/drawing/2014/main" id="{AC85A7D3-2123-DFE7-1AC8-6CF9FB0C8FA4}"/>
              </a:ext>
            </a:extLst>
          </p:cNvPr>
          <p:cNvCxnSpPr>
            <a:cxnSpLocks/>
            <a:stCxn id="1259" idx="0"/>
            <a:endCxn id="1260" idx="2"/>
          </p:cNvCxnSpPr>
          <p:nvPr/>
        </p:nvCxnSpPr>
        <p:spPr>
          <a:xfrm flipH="1" flipV="1">
            <a:off x="6954487" y="4416448"/>
            <a:ext cx="272431" cy="135718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Straight Connector 40">
            <a:extLst>
              <a:ext uri="{FF2B5EF4-FFF2-40B4-BE49-F238E27FC236}">
                <a16:creationId xmlns:a16="http://schemas.microsoft.com/office/drawing/2014/main" id="{2CAAB352-763B-6D8B-2A80-95B24A5A2237}"/>
              </a:ext>
            </a:extLst>
          </p:cNvPr>
          <p:cNvCxnSpPr>
            <a:cxnSpLocks/>
            <a:stCxn id="1259" idx="0"/>
            <a:endCxn id="1261" idx="2"/>
          </p:cNvCxnSpPr>
          <p:nvPr/>
        </p:nvCxnSpPr>
        <p:spPr>
          <a:xfrm flipV="1">
            <a:off x="7226918" y="4355848"/>
            <a:ext cx="241285" cy="196318"/>
          </a:xfrm>
          <a:prstGeom prst="straightConnector1">
            <a:avLst/>
          </a:prstGeom>
          <a:ln w="38100">
            <a:solidFill>
              <a:srgbClr val="00206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9" name="Picture 1288">
            <a:extLst>
              <a:ext uri="{FF2B5EF4-FFF2-40B4-BE49-F238E27FC236}">
                <a16:creationId xmlns:a16="http://schemas.microsoft.com/office/drawing/2014/main" id="{2EFBBB3C-E554-D356-71FB-F1DFA742A84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467306" y="5644528"/>
            <a:ext cx="211266" cy="182880"/>
          </a:xfrm>
          <a:prstGeom prst="rect">
            <a:avLst/>
          </a:prstGeom>
        </p:spPr>
      </p:pic>
      <p:pic>
        <p:nvPicPr>
          <p:cNvPr id="1290" name="Picture 1289">
            <a:extLst>
              <a:ext uri="{FF2B5EF4-FFF2-40B4-BE49-F238E27FC236}">
                <a16:creationId xmlns:a16="http://schemas.microsoft.com/office/drawing/2014/main" id="{338D5603-6F97-834E-304E-B3B36122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701160" y="5644528"/>
            <a:ext cx="211266" cy="182880"/>
          </a:xfrm>
          <a:prstGeom prst="rect">
            <a:avLst/>
          </a:prstGeom>
        </p:spPr>
      </p:pic>
      <p:pic>
        <p:nvPicPr>
          <p:cNvPr id="1291" name="Picture 1290">
            <a:extLst>
              <a:ext uri="{FF2B5EF4-FFF2-40B4-BE49-F238E27FC236}">
                <a16:creationId xmlns:a16="http://schemas.microsoft.com/office/drawing/2014/main" id="{CEFED477-298B-7CC7-4174-D25BF84E67B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233452" y="5644528"/>
            <a:ext cx="211266" cy="182880"/>
          </a:xfrm>
          <a:prstGeom prst="rect">
            <a:avLst/>
          </a:prstGeom>
        </p:spPr>
      </p:pic>
      <p:pic>
        <p:nvPicPr>
          <p:cNvPr id="1300" name="Picture 1299">
            <a:extLst>
              <a:ext uri="{FF2B5EF4-FFF2-40B4-BE49-F238E27FC236}">
                <a16:creationId xmlns:a16="http://schemas.microsoft.com/office/drawing/2014/main" id="{2595F6B9-E033-1F47-8374-0A59A283E18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935014" y="5644528"/>
            <a:ext cx="211266" cy="182880"/>
          </a:xfrm>
          <a:prstGeom prst="rect">
            <a:avLst/>
          </a:prstGeom>
        </p:spPr>
      </p:pic>
      <p:pic>
        <p:nvPicPr>
          <p:cNvPr id="1301" name="Picture 1300">
            <a:extLst>
              <a:ext uri="{FF2B5EF4-FFF2-40B4-BE49-F238E27FC236}">
                <a16:creationId xmlns:a16="http://schemas.microsoft.com/office/drawing/2014/main" id="{1224CF5D-1D11-4B8D-A5FC-FA816188581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467306" y="5838146"/>
            <a:ext cx="211266" cy="182880"/>
          </a:xfrm>
          <a:prstGeom prst="rect">
            <a:avLst/>
          </a:prstGeom>
        </p:spPr>
      </p:pic>
      <p:pic>
        <p:nvPicPr>
          <p:cNvPr id="1302" name="Picture 1301">
            <a:extLst>
              <a:ext uri="{FF2B5EF4-FFF2-40B4-BE49-F238E27FC236}">
                <a16:creationId xmlns:a16="http://schemas.microsoft.com/office/drawing/2014/main" id="{AF52BA17-B420-642A-1256-99919B9515D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701160" y="5838146"/>
            <a:ext cx="211266" cy="182880"/>
          </a:xfrm>
          <a:prstGeom prst="rect">
            <a:avLst/>
          </a:prstGeom>
        </p:spPr>
      </p:pic>
      <p:pic>
        <p:nvPicPr>
          <p:cNvPr id="1303" name="Picture 1302">
            <a:extLst>
              <a:ext uri="{FF2B5EF4-FFF2-40B4-BE49-F238E27FC236}">
                <a16:creationId xmlns:a16="http://schemas.microsoft.com/office/drawing/2014/main" id="{7F351C86-E124-C620-6A27-7D4BD667F37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233452" y="5838146"/>
            <a:ext cx="211266" cy="182880"/>
          </a:xfrm>
          <a:prstGeom prst="rect">
            <a:avLst/>
          </a:prstGeom>
        </p:spPr>
      </p:pic>
      <p:pic>
        <p:nvPicPr>
          <p:cNvPr id="1304" name="Picture 1303">
            <a:extLst>
              <a:ext uri="{FF2B5EF4-FFF2-40B4-BE49-F238E27FC236}">
                <a16:creationId xmlns:a16="http://schemas.microsoft.com/office/drawing/2014/main" id="{DF2F6294-D83C-A438-F853-CDF1C2D767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893" t="29374" r="30276" b="13027"/>
          <a:stretch/>
        </p:blipFill>
        <p:spPr>
          <a:xfrm>
            <a:off x="8935014" y="5838146"/>
            <a:ext cx="211266" cy="182880"/>
          </a:xfrm>
          <a:prstGeom prst="rect">
            <a:avLst/>
          </a:prstGeom>
        </p:spPr>
      </p:pic>
      <p:cxnSp>
        <p:nvCxnSpPr>
          <p:cNvPr id="1310" name="Straight Connector 1207">
            <a:extLst>
              <a:ext uri="{FF2B5EF4-FFF2-40B4-BE49-F238E27FC236}">
                <a16:creationId xmlns:a16="http://schemas.microsoft.com/office/drawing/2014/main" id="{73D91D1A-7BC8-A763-210A-29B7177D0278}"/>
              </a:ext>
            </a:extLst>
          </p:cNvPr>
          <p:cNvCxnSpPr>
            <a:cxnSpLocks/>
            <a:stCxn id="1277" idx="2"/>
            <a:endCxn id="1259" idx="2"/>
          </p:cNvCxnSpPr>
          <p:nvPr/>
        </p:nvCxnSpPr>
        <p:spPr>
          <a:xfrm rot="16200000" flipH="1">
            <a:off x="5966868" y="3965347"/>
            <a:ext cx="474352" cy="2045747"/>
          </a:xfrm>
          <a:prstGeom prst="curvedConnector3">
            <a:avLst>
              <a:gd name="adj1" fmla="val 148192"/>
            </a:avLst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1" name="Straight Connector 40">
            <a:extLst>
              <a:ext uri="{FF2B5EF4-FFF2-40B4-BE49-F238E27FC236}">
                <a16:creationId xmlns:a16="http://schemas.microsoft.com/office/drawing/2014/main" id="{CF562921-0C00-2F0D-4DA4-3EDA29A4D1A7}"/>
              </a:ext>
            </a:extLst>
          </p:cNvPr>
          <p:cNvCxnSpPr>
            <a:cxnSpLocks/>
            <a:stCxn id="1257" idx="2"/>
            <a:endCxn id="1304" idx="3"/>
          </p:cNvCxnSpPr>
          <p:nvPr/>
        </p:nvCxnSpPr>
        <p:spPr>
          <a:xfrm rot="5400000">
            <a:off x="9151771" y="5571374"/>
            <a:ext cx="352722" cy="363703"/>
          </a:xfrm>
          <a:prstGeom prst="curvedConnector2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1312">
            <a:extLst>
              <a:ext uri="{FF2B5EF4-FFF2-40B4-BE49-F238E27FC236}">
                <a16:creationId xmlns:a16="http://schemas.microsoft.com/office/drawing/2014/main" id="{9F33D026-A887-902B-85E8-4F635CF430F7}"/>
              </a:ext>
            </a:extLst>
          </p:cNvPr>
          <p:cNvCxnSpPr>
            <a:cxnSpLocks/>
            <a:stCxn id="1259" idx="1"/>
            <a:endCxn id="1277" idx="3"/>
          </p:cNvCxnSpPr>
          <p:nvPr/>
        </p:nvCxnSpPr>
        <p:spPr>
          <a:xfrm flipH="1" flipV="1">
            <a:off x="5548148" y="4416448"/>
            <a:ext cx="1337002" cy="472334"/>
          </a:xfrm>
          <a:prstGeom prst="line">
            <a:avLst/>
          </a:prstGeom>
          <a:ln w="3810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9" name="Picture 1338">
            <a:extLst>
              <a:ext uri="{FF2B5EF4-FFF2-40B4-BE49-F238E27FC236}">
                <a16:creationId xmlns:a16="http://schemas.microsoft.com/office/drawing/2014/main" id="{16203D00-3B77-E170-E6AC-867BF88557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8578" y="3510527"/>
            <a:ext cx="733955" cy="669194"/>
          </a:xfrm>
          <a:prstGeom prst="rect">
            <a:avLst/>
          </a:prstGeom>
        </p:spPr>
      </p:pic>
      <p:cxnSp>
        <p:nvCxnSpPr>
          <p:cNvPr id="1340" name="Straight Connector 40">
            <a:extLst>
              <a:ext uri="{FF2B5EF4-FFF2-40B4-BE49-F238E27FC236}">
                <a16:creationId xmlns:a16="http://schemas.microsoft.com/office/drawing/2014/main" id="{72296D51-7FEB-B111-557D-0CB73AA8FA3B}"/>
              </a:ext>
            </a:extLst>
          </p:cNvPr>
          <p:cNvCxnSpPr>
            <a:cxnSpLocks/>
            <a:stCxn id="1339" idx="1"/>
            <a:endCxn id="1251" idx="0"/>
          </p:cNvCxnSpPr>
          <p:nvPr/>
        </p:nvCxnSpPr>
        <p:spPr>
          <a:xfrm flipH="1">
            <a:off x="9509983" y="3845124"/>
            <a:ext cx="308595" cy="391449"/>
          </a:xfrm>
          <a:prstGeom prst="straightConnector1">
            <a:avLst/>
          </a:prstGeom>
          <a:ln w="38100">
            <a:solidFill>
              <a:srgbClr val="00B0F0">
                <a:alpha val="14902"/>
              </a:srgb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Straight Connector 1343">
            <a:extLst>
              <a:ext uri="{FF2B5EF4-FFF2-40B4-BE49-F238E27FC236}">
                <a16:creationId xmlns:a16="http://schemas.microsoft.com/office/drawing/2014/main" id="{7A5A223D-39B0-7CFC-0F9E-98D5BF8D621A}"/>
              </a:ext>
            </a:extLst>
          </p:cNvPr>
          <p:cNvCxnSpPr>
            <a:cxnSpLocks/>
            <a:endCxn id="1339" idx="1"/>
          </p:cNvCxnSpPr>
          <p:nvPr/>
        </p:nvCxnSpPr>
        <p:spPr>
          <a:xfrm>
            <a:off x="6954487" y="3599009"/>
            <a:ext cx="2864091" cy="246115"/>
          </a:xfrm>
          <a:prstGeom prst="line">
            <a:avLst/>
          </a:prstGeom>
          <a:ln w="38100">
            <a:solidFill>
              <a:srgbClr val="00206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7" name="Straight Connector 1047">
            <a:extLst>
              <a:ext uri="{FF2B5EF4-FFF2-40B4-BE49-F238E27FC236}">
                <a16:creationId xmlns:a16="http://schemas.microsoft.com/office/drawing/2014/main" id="{CB14EB18-0A53-8BDB-0EC7-C09F673B5627}"/>
              </a:ext>
            </a:extLst>
          </p:cNvPr>
          <p:cNvCxnSpPr>
            <a:cxnSpLocks/>
            <a:stCxn id="1277" idx="0"/>
            <a:endCxn id="1339" idx="0"/>
          </p:cNvCxnSpPr>
          <p:nvPr/>
        </p:nvCxnSpPr>
        <p:spPr>
          <a:xfrm rot="5400000" flipH="1" flipV="1">
            <a:off x="7397701" y="1293997"/>
            <a:ext cx="571324" cy="5004385"/>
          </a:xfrm>
          <a:prstGeom prst="curvedConnector3">
            <a:avLst>
              <a:gd name="adj1" fmla="val 113957"/>
            </a:avLst>
          </a:prstGeom>
          <a:ln w="38100">
            <a:solidFill>
              <a:srgbClr val="7030A0">
                <a:alpha val="14902"/>
              </a:srgb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207">
            <a:extLst>
              <a:ext uri="{FF2B5EF4-FFF2-40B4-BE49-F238E27FC236}">
                <a16:creationId xmlns:a16="http://schemas.microsoft.com/office/drawing/2014/main" id="{C637B23E-36F6-5043-397B-1C6DAAA41DC5}"/>
              </a:ext>
            </a:extLst>
          </p:cNvPr>
          <p:cNvCxnSpPr>
            <a:cxnSpLocks/>
            <a:stCxn id="1277" idx="2"/>
            <a:endCxn id="1339" idx="2"/>
          </p:cNvCxnSpPr>
          <p:nvPr/>
        </p:nvCxnSpPr>
        <p:spPr>
          <a:xfrm rot="5400000" flipH="1" flipV="1">
            <a:off x="7397701" y="1963190"/>
            <a:ext cx="571324" cy="5004385"/>
          </a:xfrm>
          <a:prstGeom prst="bentConnector3">
            <a:avLst>
              <a:gd name="adj1" fmla="val -253411"/>
            </a:avLst>
          </a:prstGeom>
          <a:ln w="38100">
            <a:solidFill>
              <a:srgbClr val="C0000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Straight Connector 1262">
            <a:extLst>
              <a:ext uri="{FF2B5EF4-FFF2-40B4-BE49-F238E27FC236}">
                <a16:creationId xmlns:a16="http://schemas.microsoft.com/office/drawing/2014/main" id="{6F195963-A6B6-30BC-7B53-73CA485D564A}"/>
              </a:ext>
            </a:extLst>
          </p:cNvPr>
          <p:cNvCxnSpPr>
            <a:cxnSpLocks/>
            <a:stCxn id="1339" idx="1"/>
            <a:endCxn id="1277" idx="3"/>
          </p:cNvCxnSpPr>
          <p:nvPr/>
        </p:nvCxnSpPr>
        <p:spPr>
          <a:xfrm rot="10800000" flipV="1">
            <a:off x="5548148" y="3845124"/>
            <a:ext cx="4270430" cy="571324"/>
          </a:xfrm>
          <a:prstGeom prst="curvedConnector3">
            <a:avLst>
              <a:gd name="adj1" fmla="val 36555"/>
            </a:avLst>
          </a:prstGeom>
          <a:ln w="38100">
            <a:solidFill>
              <a:srgbClr val="FFC000">
                <a:alpha val="14902"/>
              </a:srgb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11EC117A-F0CE-F1E4-DDEE-D42F684E574F}"/>
              </a:ext>
            </a:extLst>
          </p:cNvPr>
          <p:cNvSpPr/>
          <p:nvPr/>
        </p:nvSpPr>
        <p:spPr>
          <a:xfrm>
            <a:off x="6081243" y="4480111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I2C</a:t>
            </a:r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D9DC5D36-89CC-6A6B-A84B-5F429ACD1E5F}"/>
              </a:ext>
            </a:extLst>
          </p:cNvPr>
          <p:cNvSpPr/>
          <p:nvPr/>
        </p:nvSpPr>
        <p:spPr>
          <a:xfrm>
            <a:off x="5946289" y="5234194"/>
            <a:ext cx="631485" cy="25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I2S</a:t>
            </a:r>
          </a:p>
        </p:txBody>
      </p:sp>
    </p:spTree>
    <p:extLst>
      <p:ext uri="{BB962C8B-B14F-4D97-AF65-F5344CB8AC3E}">
        <p14:creationId xmlns:p14="http://schemas.microsoft.com/office/powerpoint/2010/main" val="164019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326F15-083A-9050-39E0-A6F2A5F4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344" y="0"/>
            <a:ext cx="912331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DA5D0-3A3F-42D2-3C21-9B0EB01B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739" y="703039"/>
            <a:ext cx="537703" cy="5940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060F55-BECE-8315-F95F-087BD6835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76396" y="1178771"/>
            <a:ext cx="802795" cy="13061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61D02B-E3AF-3861-B83E-E0E23578AE0F}"/>
              </a:ext>
            </a:extLst>
          </p:cNvPr>
          <p:cNvCxnSpPr/>
          <p:nvPr/>
        </p:nvCxnSpPr>
        <p:spPr>
          <a:xfrm>
            <a:off x="2726531" y="1045369"/>
            <a:ext cx="248841" cy="5917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2F562C-7527-DB40-EA2A-B9406C494419}"/>
              </a:ext>
            </a:extLst>
          </p:cNvPr>
          <p:cNvCxnSpPr>
            <a:cxnSpLocks/>
          </p:cNvCxnSpPr>
          <p:nvPr/>
        </p:nvCxnSpPr>
        <p:spPr>
          <a:xfrm flipH="1">
            <a:off x="2692003" y="1121569"/>
            <a:ext cx="139587" cy="5155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C5E405-1081-B99F-0425-140F0ED7AC78}"/>
              </a:ext>
            </a:extLst>
          </p:cNvPr>
          <p:cNvCxnSpPr>
            <a:cxnSpLocks/>
          </p:cNvCxnSpPr>
          <p:nvPr/>
        </p:nvCxnSpPr>
        <p:spPr>
          <a:xfrm>
            <a:off x="2913487" y="1045369"/>
            <a:ext cx="221483" cy="5917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45FCB052-7A1D-8BDD-7AB1-B6D257968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311" y="329791"/>
            <a:ext cx="1777295" cy="193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27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Gillian Argiolas</dc:creator>
  <cp:lastModifiedBy>Gillian Argiolas</cp:lastModifiedBy>
  <cp:revision>3</cp:revision>
  <dcterms:created xsi:type="dcterms:W3CDTF">2025-03-21T13:12:18Z</dcterms:created>
  <dcterms:modified xsi:type="dcterms:W3CDTF">2025-03-23T06:48:18Z</dcterms:modified>
</cp:coreProperties>
</file>